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erif"/>
      <p:regular r:id="rId13"/>
      <p:bold r:id="rId14"/>
      <p:italic r:id="rId15"/>
      <p:boldItalic r:id="rId16"/>
    </p:embeddedFon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erif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erif-italic.fntdata"/><Relationship Id="rId14" Type="http://schemas.openxmlformats.org/officeDocument/2006/relationships/font" Target="fonts/PTSerif-bold.fntdata"/><Relationship Id="rId17" Type="http://schemas.openxmlformats.org/officeDocument/2006/relationships/font" Target="fonts/Average-regular.fntdata"/><Relationship Id="rId16" Type="http://schemas.openxmlformats.org/officeDocument/2006/relationships/font" Target="fonts/PTSerif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ff2cf97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ff2cf97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ff2cf973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ff2cf973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e993bc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e993bc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f2cf973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f2cf973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f2cf97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f2cf97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f2cf97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f2cf97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f2cf97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ff2cf97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4837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Alquiler Vehículos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Unai Navarro Cirion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Aplicación móvil para el alquiler</a:t>
            </a:r>
            <a:r>
              <a:rPr b="1"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de</a:t>
            </a:r>
            <a:r>
              <a:rPr b="1"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vehículos, desarrollada en Android utilizando Kotlin. La aplicación permite a los usuarios iniciar sesión, “registrarse”, consultar vehículos y “editar” las propiedades del vehículo. </a:t>
            </a:r>
            <a:endParaRPr sz="11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Además, la app cuenta con modo claro y modo oscuro, adaptándose automáticamente a la configuración del sistema del dispositivo para ofrecer una experiencia visual cómoda y agradable en cualquier entorno de luz. Asimismo, incluye soporte multi</a:t>
            </a:r>
            <a:r>
              <a:rPr b="1"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idioma en castellano</a:t>
            </a:r>
            <a:r>
              <a:rPr b="1"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e</a:t>
            </a:r>
            <a:r>
              <a:rPr b="1"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s" sz="11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inglés, permitiendo que los usuarios interactúen con la aplicación en su idioma preferido.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4" title="ic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763" y="3245475"/>
            <a:ext cx="1152476" cy="115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36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Pantalla principal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381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es la primera pantalla que ve el usuario al abrir la aplicación.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Cuenta con un diseño minimalista y profesional.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subtítulo explica brevemente su funcionalidad.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Al pulsar el botón muestra la siguiente pantalla.</a:t>
            </a:r>
            <a:endParaRPr/>
          </a:p>
        </p:txBody>
      </p:sp>
      <p:pic>
        <p:nvPicPr>
          <p:cNvPr id="74" name="Google Shape;74;p15" title="princip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750" y="-50"/>
            <a:ext cx="2513925" cy="514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princip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7975" y="0"/>
            <a:ext cx="23560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287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Pantalla login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245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pantalla permite al usuario acceder a la aplicación mediante credenciales.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También cuenta con un enlace para “registrarse” en caso de nuevos usuarios.</a:t>
            </a:r>
            <a:endParaRPr/>
          </a:p>
        </p:txBody>
      </p:sp>
      <p:pic>
        <p:nvPicPr>
          <p:cNvPr id="82" name="Google Shape;82;p16" title="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475" y="0"/>
            <a:ext cx="251355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log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0025" y="0"/>
            <a:ext cx="24139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74000"/>
            <a:ext cx="2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Pantalla registro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244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pantalla se abre al pulsar en el </a:t>
            </a:r>
            <a:r>
              <a:rPr lang="es"/>
              <a:t>botón</a:t>
            </a:r>
            <a:r>
              <a:rPr lang="es"/>
              <a:t> de “crear cuenta” desde el login.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Cuenta con tres campos para la creaci</a:t>
            </a:r>
            <a:r>
              <a:rPr lang="es"/>
              <a:t>ó</a:t>
            </a:r>
            <a:r>
              <a:rPr lang="es"/>
              <a:t>n de una nueva cuenta.</a:t>
            </a:r>
            <a:endParaRPr/>
          </a:p>
        </p:txBody>
      </p:sp>
      <p:pic>
        <p:nvPicPr>
          <p:cNvPr id="90" name="Google Shape;90;p17" title="regis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300" y="0"/>
            <a:ext cx="241935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regist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650" y="0"/>
            <a:ext cx="24193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2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Pantalla vehículos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267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pantalla se muestra al iniciar sesi</a:t>
            </a:r>
            <a:r>
              <a:rPr lang="es"/>
              <a:t>ón, con una cuenta </a:t>
            </a:r>
            <a:r>
              <a:rPr lang="es"/>
              <a:t>válida</a:t>
            </a:r>
            <a:r>
              <a:rPr lang="es"/>
              <a:t> en la pantalla de login.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Permite visualizar los vehículos almacenados en la aplicación.</a:t>
            </a:r>
            <a:endParaRPr/>
          </a:p>
        </p:txBody>
      </p:sp>
      <p:pic>
        <p:nvPicPr>
          <p:cNvPr id="98" name="Google Shape;98;p18" title="vehicu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6250" y="0"/>
            <a:ext cx="23777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vehicul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350" y="0"/>
            <a:ext cx="24193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322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Pantalla detalle vehículo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328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pantalla se muestra al seleccionar un veh</a:t>
            </a:r>
            <a:r>
              <a:rPr lang="es"/>
              <a:t>ículo de la lista global de los vehículos.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Permite visualizar y “</a:t>
            </a:r>
            <a:r>
              <a:rPr lang="es"/>
              <a:t>editar</a:t>
            </a:r>
            <a:r>
              <a:rPr lang="es"/>
              <a:t>” sus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Al pulsar en “guardar cambios” aparece una notificación proporcionando ‘</a:t>
            </a:r>
            <a:r>
              <a:rPr lang="es"/>
              <a:t>feedback</a:t>
            </a:r>
            <a:r>
              <a:rPr lang="es"/>
              <a:t>’,</a:t>
            </a:r>
            <a:endParaRPr/>
          </a:p>
        </p:txBody>
      </p:sp>
      <p:pic>
        <p:nvPicPr>
          <p:cNvPr id="106" name="Google Shape;106;p19" title="vehicu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300" y="0"/>
            <a:ext cx="241935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vehicu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650" y="0"/>
            <a:ext cx="24193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